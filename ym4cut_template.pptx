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9" r:id="rId2"/>
    <p:sldId id="260" r:id="rId3"/>
    <p:sldId id="263" r:id="rId4"/>
    <p:sldId id="264" r:id="rId5"/>
  </p:sldIdLst>
  <p:sldSz cx="3600450" cy="10655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56" userDrawn="1">
          <p15:clr>
            <a:srgbClr val="A4A3A4"/>
          </p15:clr>
        </p15:guide>
        <p15:guide id="2" pos="1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5" autoAdjust="0"/>
    <p:restoredTop sz="94660"/>
  </p:normalViewPr>
  <p:slideViewPr>
    <p:cSldViewPr>
      <p:cViewPr>
        <p:scale>
          <a:sx n="66" d="100"/>
          <a:sy n="66" d="100"/>
        </p:scale>
        <p:origin x="1770" y="261"/>
      </p:cViewPr>
      <p:guideLst>
        <p:guide orient="horz" pos="3356"/>
        <p:guide pos="11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627F0-38CB-4CC0-9A1E-8A834E88F0A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08300" y="1143000"/>
            <a:ext cx="1041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5EDA1-D74C-47EC-920D-63BE58217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75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4246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1pPr>
    <a:lvl2pPr marL="342123" algn="l" defTabSz="684246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2pPr>
    <a:lvl3pPr marL="684246" algn="l" defTabSz="684246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3pPr>
    <a:lvl4pPr marL="1026368" algn="l" defTabSz="684246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4pPr>
    <a:lvl5pPr marL="1368491" algn="l" defTabSz="684246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5pPr>
    <a:lvl6pPr marL="1710614" algn="l" defTabSz="684246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6pPr>
    <a:lvl7pPr marL="2052737" algn="l" defTabSz="684246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7pPr>
    <a:lvl8pPr marL="2394859" algn="l" defTabSz="684246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8pPr>
    <a:lvl9pPr marL="2736982" algn="l" defTabSz="684246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A6D86-7953-227D-6496-6B789439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44C445-C9EC-F75F-C0DB-F8F8B9BD9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B02337-0DF1-627E-BFB9-9855C1D3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B81BCF-E950-D535-341E-6A84F07E7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5EDA1-D74C-47EC-920D-63BE582173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243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67896-8CE6-0F63-9B41-3E19A833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857447-82CB-814C-317B-73B4D7CE0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050BAF-39EA-CF36-7B0A-527D4A201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424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spc="-150">
                <a:solidFill>
                  <a:schemeClr val="tx1"/>
                </a:solidFill>
                <a:latin typeface="페이퍼로지 1 Thin" pitchFamily="2" charset="-127"/>
                <a:ea typeface="페이퍼로지 1 Thin" pitchFamily="2" charset="-127"/>
              </a:rPr>
              <a:t>이미지 출처 </a:t>
            </a:r>
            <a:r>
              <a:rPr lang="en-US" altLang="ko-KR" sz="900" spc="-150">
                <a:solidFill>
                  <a:schemeClr val="tx1"/>
                </a:solidFill>
                <a:latin typeface="페이퍼로지 1 Thin" pitchFamily="2" charset="-127"/>
                <a:ea typeface="페이퍼로지 1 Thin" pitchFamily="2" charset="-127"/>
              </a:rPr>
              <a:t>- Vecteezy.com </a:t>
            </a:r>
            <a:endParaRPr lang="ko-KR" altLang="en-US" sz="1600" spc="-150">
              <a:solidFill>
                <a:schemeClr val="tx1"/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8C924F-4115-EF2C-AB65-646529DEF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5EDA1-D74C-47EC-920D-63BE582173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050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1743820"/>
            <a:ext cx="3060383" cy="3709623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5596500"/>
            <a:ext cx="2700338" cy="2572564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26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807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2656429"/>
            <a:ext cx="3105388" cy="4432308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7130668"/>
            <a:ext cx="3105388" cy="2330846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/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375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2836480"/>
            <a:ext cx="1530191" cy="67606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2836480"/>
            <a:ext cx="1530191" cy="67606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06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567298"/>
            <a:ext cx="3105388" cy="205953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2612029"/>
            <a:ext cx="1523159" cy="1280115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3892144"/>
            <a:ext cx="1523159" cy="572475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2612029"/>
            <a:ext cx="1530660" cy="1280115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3892144"/>
            <a:ext cx="1530660" cy="572475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78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08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703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710353"/>
            <a:ext cx="1161239" cy="2486237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1534168"/>
            <a:ext cx="1822728" cy="7572169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3196590"/>
            <a:ext cx="1161239" cy="5922078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775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710353"/>
            <a:ext cx="1161239" cy="2486237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1534168"/>
            <a:ext cx="1822728" cy="7572169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3196590"/>
            <a:ext cx="1161239" cy="5922078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68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233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567296"/>
            <a:ext cx="776347" cy="902987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567296"/>
            <a:ext cx="2284035" cy="902987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97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567298"/>
            <a:ext cx="3105388" cy="2059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2836480"/>
            <a:ext cx="3105388" cy="6760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9875887"/>
            <a:ext cx="810101" cy="5672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2A5F5-DD2A-4576-86B6-34DB5722830F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9875887"/>
            <a:ext cx="1215152" cy="5672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9875887"/>
            <a:ext cx="810101" cy="5672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FC0D2-7766-4552-9B04-4F77ACD57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75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0091" rtl="0" eaLnBrk="1" latinLnBrk="1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C1F50-01D6-DD8F-2CFE-D4A00C69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BC8566E-A94B-10AC-6B5C-EA93C1A26FB8}"/>
              </a:ext>
            </a:extLst>
          </p:cNvPr>
          <p:cNvSpPr>
            <a:spLocks/>
          </p:cNvSpPr>
          <p:nvPr/>
        </p:nvSpPr>
        <p:spPr>
          <a:xfrm>
            <a:off x="25" y="0"/>
            <a:ext cx="3600000" cy="10656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9A1178B-7B47-DF51-1692-8FF5B82294D0}"/>
              </a:ext>
            </a:extLst>
          </p:cNvPr>
          <p:cNvGrpSpPr/>
          <p:nvPr/>
        </p:nvGrpSpPr>
        <p:grpSpPr>
          <a:xfrm>
            <a:off x="186396" y="270440"/>
            <a:ext cx="3240360" cy="8736191"/>
            <a:chOff x="2175211" y="605800"/>
            <a:chExt cx="3240360" cy="8736191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998A2A6-0417-5CE9-13B9-05347553BE62}"/>
                </a:ext>
              </a:extLst>
            </p:cNvPr>
            <p:cNvSpPr>
              <a:spLocks/>
            </p:cNvSpPr>
            <p:nvPr/>
          </p:nvSpPr>
          <p:spPr>
            <a:xfrm>
              <a:off x="2175211" y="605800"/>
              <a:ext cx="3240000" cy="205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A876D69-1F44-6C9C-0C84-0A58D8430460}"/>
                </a:ext>
              </a:extLst>
            </p:cNvPr>
            <p:cNvSpPr>
              <a:spLocks/>
            </p:cNvSpPr>
            <p:nvPr/>
          </p:nvSpPr>
          <p:spPr>
            <a:xfrm>
              <a:off x="2175211" y="2831465"/>
              <a:ext cx="3240000" cy="205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A0D6EB0-D510-8BE1-FF4F-047D493D2827}"/>
                </a:ext>
              </a:extLst>
            </p:cNvPr>
            <p:cNvSpPr>
              <a:spLocks/>
            </p:cNvSpPr>
            <p:nvPr/>
          </p:nvSpPr>
          <p:spPr>
            <a:xfrm>
              <a:off x="2175211" y="5057130"/>
              <a:ext cx="3240360" cy="205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0605D6D-6B5B-13CA-8FA9-1CE6B432B8D1}"/>
                </a:ext>
              </a:extLst>
            </p:cNvPr>
            <p:cNvSpPr>
              <a:spLocks/>
            </p:cNvSpPr>
            <p:nvPr/>
          </p:nvSpPr>
          <p:spPr>
            <a:xfrm>
              <a:off x="2175211" y="7282791"/>
              <a:ext cx="3240360" cy="205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F3B6C3-C7AC-98AB-6494-DAE2BBBE0060}"/>
              </a:ext>
            </a:extLst>
          </p:cNvPr>
          <p:cNvSpPr>
            <a:spLocks noChangeAspect="1"/>
          </p:cNvSpPr>
          <p:nvPr/>
        </p:nvSpPr>
        <p:spPr>
          <a:xfrm>
            <a:off x="540086" y="9973108"/>
            <a:ext cx="2514879" cy="236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150">
                <a:solidFill>
                  <a:schemeClr val="bg1"/>
                </a:solidFill>
                <a:latin typeface="페이퍼로지 1 Thin" pitchFamily="2" charset="-127"/>
                <a:ea typeface="페이퍼로지 1 Thin" pitchFamily="2" charset="-127"/>
              </a:rPr>
              <a:t>2026</a:t>
            </a:r>
            <a:endParaRPr lang="ko-KR" altLang="en-US" sz="2800" spc="-150">
              <a:solidFill>
                <a:schemeClr val="bg1"/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BF8FEF3-7D80-A3C1-2ED3-C53F85E0F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503" y="9402180"/>
            <a:ext cx="2251787" cy="570928"/>
          </a:xfrm>
        </p:spPr>
        <p:txBody>
          <a:bodyPr anchor="ctr">
            <a:normAutofit/>
          </a:bodyPr>
          <a:lstStyle/>
          <a:p>
            <a:r>
              <a:rPr lang="ko-KR" altLang="en-US" sz="3200" spc="-300">
                <a:gradFill>
                  <a:gsLst>
                    <a:gs pos="35000">
                      <a:srgbClr val="FFC000"/>
                    </a:gs>
                    <a:gs pos="78000">
                      <a:schemeClr val="accent2"/>
                    </a:gs>
                  </a:gsLst>
                  <a:lin ang="10800000" scaled="0"/>
                </a:gradFill>
                <a:latin typeface="페이퍼로지 1 Thin" pitchFamily="2" charset="-127"/>
                <a:ea typeface="페이퍼로지 1 Thin" pitchFamily="2" charset="-127"/>
              </a:rPr>
              <a:t>용중네컷</a:t>
            </a:r>
          </a:p>
        </p:txBody>
      </p:sp>
    </p:spTree>
    <p:extLst>
      <p:ext uri="{BB962C8B-B14F-4D97-AF65-F5344CB8AC3E}">
        <p14:creationId xmlns:p14="http://schemas.microsoft.com/office/powerpoint/2010/main" val="1234156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F5892-16F0-6F96-4E18-6C6AFBDF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F895048-051F-7FA7-C368-C1087AB8AF54}"/>
              </a:ext>
            </a:extLst>
          </p:cNvPr>
          <p:cNvSpPr>
            <a:spLocks/>
          </p:cNvSpPr>
          <p:nvPr/>
        </p:nvSpPr>
        <p:spPr>
          <a:xfrm>
            <a:off x="25" y="-1308"/>
            <a:ext cx="3600000" cy="1065660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032AC3F-FA81-6DCE-66E4-DF52E3634A4D}"/>
              </a:ext>
            </a:extLst>
          </p:cNvPr>
          <p:cNvGrpSpPr/>
          <p:nvPr/>
        </p:nvGrpSpPr>
        <p:grpSpPr>
          <a:xfrm>
            <a:off x="179845" y="269132"/>
            <a:ext cx="3240360" cy="8736191"/>
            <a:chOff x="2168660" y="605800"/>
            <a:chExt cx="3240360" cy="8736191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4B3A4AB-3D9C-3264-E7D3-2A47686CFDE1}"/>
                </a:ext>
              </a:extLst>
            </p:cNvPr>
            <p:cNvSpPr>
              <a:spLocks/>
            </p:cNvSpPr>
            <p:nvPr/>
          </p:nvSpPr>
          <p:spPr>
            <a:xfrm>
              <a:off x="2168840" y="605800"/>
              <a:ext cx="324000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0E52DAE-69EC-D172-5700-E3AFC72B555C}"/>
                </a:ext>
              </a:extLst>
            </p:cNvPr>
            <p:cNvSpPr>
              <a:spLocks/>
            </p:cNvSpPr>
            <p:nvPr/>
          </p:nvSpPr>
          <p:spPr>
            <a:xfrm>
              <a:off x="2168840" y="2831465"/>
              <a:ext cx="324000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E979DDF-76C7-0831-96B7-468DE5544D79}"/>
                </a:ext>
              </a:extLst>
            </p:cNvPr>
            <p:cNvSpPr>
              <a:spLocks/>
            </p:cNvSpPr>
            <p:nvPr/>
          </p:nvSpPr>
          <p:spPr>
            <a:xfrm>
              <a:off x="2168660" y="5057130"/>
              <a:ext cx="324036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66EB5E5-194E-36F1-0A4F-BE693D1826EA}"/>
                </a:ext>
              </a:extLst>
            </p:cNvPr>
            <p:cNvSpPr>
              <a:spLocks/>
            </p:cNvSpPr>
            <p:nvPr/>
          </p:nvSpPr>
          <p:spPr>
            <a:xfrm>
              <a:off x="2168660" y="7282791"/>
              <a:ext cx="324036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CD9D7D-3F63-F239-524F-5FF785E4E82C}"/>
              </a:ext>
            </a:extLst>
          </p:cNvPr>
          <p:cNvSpPr>
            <a:spLocks noChangeAspect="1"/>
          </p:cNvSpPr>
          <p:nvPr/>
        </p:nvSpPr>
        <p:spPr>
          <a:xfrm>
            <a:off x="542587" y="9971800"/>
            <a:ext cx="2514879" cy="236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150">
                <a:solidFill>
                  <a:schemeClr val="tx1"/>
                </a:solidFill>
                <a:latin typeface="페이퍼로지 1 Thin" pitchFamily="2" charset="-127"/>
                <a:ea typeface="페이퍼로지 1 Thin" pitchFamily="2" charset="-127"/>
              </a:rPr>
              <a:t>2026</a:t>
            </a:r>
            <a:endParaRPr lang="ko-KR" altLang="en-US" sz="2800" spc="-150">
              <a:solidFill>
                <a:schemeClr val="tx1"/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F099D59-0A31-F6F1-AC69-7548F0C1D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133" y="9400872"/>
            <a:ext cx="2251787" cy="570928"/>
          </a:xfrm>
        </p:spPr>
        <p:txBody>
          <a:bodyPr anchor="ctr">
            <a:normAutofit/>
          </a:bodyPr>
          <a:lstStyle/>
          <a:p>
            <a:r>
              <a:rPr lang="ko-KR" altLang="en-US" sz="3200" spc="-300" err="1">
                <a:gradFill>
                  <a:gsLst>
                    <a:gs pos="35000">
                      <a:srgbClr val="FFC000"/>
                    </a:gs>
                    <a:gs pos="78000">
                      <a:schemeClr val="accent2"/>
                    </a:gs>
                  </a:gsLst>
                  <a:lin ang="10800000" scaled="0"/>
                </a:gradFill>
                <a:latin typeface="페이퍼로지 1 Thin" pitchFamily="2" charset="-127"/>
                <a:ea typeface="페이퍼로지 1 Thin" pitchFamily="2" charset="-127"/>
              </a:rPr>
              <a:t>용중네컷</a:t>
            </a:r>
            <a:endParaRPr lang="ko-KR" altLang="en-US" sz="3200" spc="-300">
              <a:gradFill>
                <a:gsLst>
                  <a:gs pos="35000">
                    <a:srgbClr val="FFC000"/>
                  </a:gs>
                  <a:gs pos="78000">
                    <a:schemeClr val="accent2"/>
                  </a:gs>
                </a:gsLst>
                <a:lin ang="10800000" scaled="0"/>
              </a:gradFill>
              <a:latin typeface="페이퍼로지 1 Thin" pitchFamily="2" charset="-127"/>
              <a:ea typeface="페이퍼로지 1 Thin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0552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E708E-8F28-4FAF-C1D6-55E0E1755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인형, 핑크, 인간의 얼굴, 소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EC436C-03AD-4698-4F74-ABA553C14A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99" r="15706" b="6746"/>
          <a:stretch>
            <a:fillRect/>
          </a:stretch>
        </p:blipFill>
        <p:spPr>
          <a:xfrm>
            <a:off x="0" y="2123294"/>
            <a:ext cx="3600450" cy="8532006"/>
          </a:xfrm>
          <a:prstGeom prst="rect">
            <a:avLst/>
          </a:prstGeom>
        </p:spPr>
      </p:pic>
      <p:pic>
        <p:nvPicPr>
          <p:cNvPr id="19" name="그림 18" descr="인형, 핑크, 인간의 얼굴, 소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4B7D52-2B1B-1E07-5401-9315EAAD20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99" r="15706" b="89966"/>
          <a:stretch>
            <a:fillRect/>
          </a:stretch>
        </p:blipFill>
        <p:spPr>
          <a:xfrm>
            <a:off x="0" y="0"/>
            <a:ext cx="3600450" cy="3041297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5537F9DF-8867-0C3E-976E-5BDA62E4250B}"/>
              </a:ext>
            </a:extLst>
          </p:cNvPr>
          <p:cNvGrpSpPr/>
          <p:nvPr/>
        </p:nvGrpSpPr>
        <p:grpSpPr>
          <a:xfrm>
            <a:off x="179845" y="254538"/>
            <a:ext cx="3240360" cy="8736191"/>
            <a:chOff x="2168660" y="605800"/>
            <a:chExt cx="3240360" cy="8736191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187F462-A7C7-1CB9-DB17-A854AFC6E4B0}"/>
                </a:ext>
              </a:extLst>
            </p:cNvPr>
            <p:cNvSpPr>
              <a:spLocks/>
            </p:cNvSpPr>
            <p:nvPr/>
          </p:nvSpPr>
          <p:spPr>
            <a:xfrm>
              <a:off x="2168840" y="605800"/>
              <a:ext cx="324000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41C9C7C-4279-37C5-E137-4D2303835205}"/>
                </a:ext>
              </a:extLst>
            </p:cNvPr>
            <p:cNvSpPr>
              <a:spLocks/>
            </p:cNvSpPr>
            <p:nvPr/>
          </p:nvSpPr>
          <p:spPr>
            <a:xfrm>
              <a:off x="2168840" y="2831465"/>
              <a:ext cx="324000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2EDE103-E9ED-1A8E-2CBC-E86806ACB19F}"/>
                </a:ext>
              </a:extLst>
            </p:cNvPr>
            <p:cNvSpPr>
              <a:spLocks/>
            </p:cNvSpPr>
            <p:nvPr/>
          </p:nvSpPr>
          <p:spPr>
            <a:xfrm>
              <a:off x="2168660" y="5057130"/>
              <a:ext cx="324036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BC69780-4906-85D0-C886-B41441081529}"/>
                </a:ext>
              </a:extLst>
            </p:cNvPr>
            <p:cNvSpPr>
              <a:spLocks/>
            </p:cNvSpPr>
            <p:nvPr/>
          </p:nvSpPr>
          <p:spPr>
            <a:xfrm>
              <a:off x="2168660" y="7282791"/>
              <a:ext cx="324036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4D0816-B54B-3438-3125-1B9843F3AE59}"/>
              </a:ext>
            </a:extLst>
          </p:cNvPr>
          <p:cNvSpPr>
            <a:spLocks noChangeAspect="1"/>
          </p:cNvSpPr>
          <p:nvPr/>
        </p:nvSpPr>
        <p:spPr>
          <a:xfrm>
            <a:off x="542587" y="9957206"/>
            <a:ext cx="2514879" cy="236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150">
                <a:solidFill>
                  <a:schemeClr val="bg1"/>
                </a:solidFill>
                <a:latin typeface="페이퍼로지 1 Thin" pitchFamily="2" charset="-127"/>
                <a:ea typeface="페이퍼로지 1 Thin" pitchFamily="2" charset="-127"/>
              </a:rPr>
              <a:t>20260225</a:t>
            </a:r>
            <a:endParaRPr lang="ko-KR" altLang="en-US" sz="2800" spc="-150">
              <a:solidFill>
                <a:schemeClr val="bg1"/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53F0AA05-8843-528D-0C71-094E8D015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132" y="9386278"/>
            <a:ext cx="2251787" cy="570928"/>
          </a:xfrm>
        </p:spPr>
        <p:txBody>
          <a:bodyPr anchor="ctr">
            <a:normAutofit/>
          </a:bodyPr>
          <a:lstStyle/>
          <a:p>
            <a:r>
              <a:rPr lang="ko-KR" altLang="en-US" sz="3200" b="1" spc="-300" err="1">
                <a:solidFill>
                  <a:schemeClr val="bg1"/>
                </a:solidFill>
                <a:latin typeface="페이퍼로지 1 Thin" pitchFamily="2" charset="-127"/>
                <a:ea typeface="페이퍼로지 1 Thin" pitchFamily="2" charset="-127"/>
              </a:rPr>
              <a:t>용중네컷</a:t>
            </a:r>
            <a:endParaRPr lang="ko-KR" altLang="en-US" sz="3200" b="1" spc="-300">
              <a:solidFill>
                <a:schemeClr val="bg1"/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530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4C8B-D506-DBD3-3FBC-F0FA4810B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C6A600-FFDE-3E72-0512-601A945F8A7A}"/>
              </a:ext>
            </a:extLst>
          </p:cNvPr>
          <p:cNvSpPr>
            <a:spLocks/>
          </p:cNvSpPr>
          <p:nvPr/>
        </p:nvSpPr>
        <p:spPr>
          <a:xfrm>
            <a:off x="25" y="-1308"/>
            <a:ext cx="3600000" cy="10656608"/>
          </a:xfrm>
          <a:prstGeom prst="rect">
            <a:avLst/>
          </a:prstGeom>
          <a:solidFill>
            <a:srgbClr val="FDDBD9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pic>
        <p:nvPicPr>
          <p:cNvPr id="3" name="그림 2" descr="의류, 소년, 인간의 얼굴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58ED91-B359-B054-7DD9-A65F02CCB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742"/>
          <a:stretch>
            <a:fillRect/>
          </a:stretch>
        </p:blipFill>
        <p:spPr>
          <a:xfrm>
            <a:off x="384992" y="8972512"/>
            <a:ext cx="2830066" cy="1682788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91F03A2E-A70E-DE04-D6FF-A504FC5885A8}"/>
              </a:ext>
            </a:extLst>
          </p:cNvPr>
          <p:cNvGrpSpPr/>
          <p:nvPr/>
        </p:nvGrpSpPr>
        <p:grpSpPr>
          <a:xfrm>
            <a:off x="179845" y="254538"/>
            <a:ext cx="3240360" cy="8736191"/>
            <a:chOff x="2168660" y="605800"/>
            <a:chExt cx="3240360" cy="8736191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59E47EB-B2FD-F63C-5413-897B0AAC549F}"/>
                </a:ext>
              </a:extLst>
            </p:cNvPr>
            <p:cNvSpPr>
              <a:spLocks/>
            </p:cNvSpPr>
            <p:nvPr/>
          </p:nvSpPr>
          <p:spPr>
            <a:xfrm>
              <a:off x="2168840" y="605800"/>
              <a:ext cx="324000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FC1F0FE-D74A-5D7D-60FB-DBA9C07F64F7}"/>
                </a:ext>
              </a:extLst>
            </p:cNvPr>
            <p:cNvSpPr>
              <a:spLocks/>
            </p:cNvSpPr>
            <p:nvPr/>
          </p:nvSpPr>
          <p:spPr>
            <a:xfrm>
              <a:off x="2168840" y="2831465"/>
              <a:ext cx="324000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576EBB4-83BA-BF9D-C3D5-949E63223502}"/>
                </a:ext>
              </a:extLst>
            </p:cNvPr>
            <p:cNvSpPr>
              <a:spLocks/>
            </p:cNvSpPr>
            <p:nvPr/>
          </p:nvSpPr>
          <p:spPr>
            <a:xfrm>
              <a:off x="2168660" y="5057130"/>
              <a:ext cx="324036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70DFDE2-4176-75AF-2576-A39188911770}"/>
                </a:ext>
              </a:extLst>
            </p:cNvPr>
            <p:cNvSpPr>
              <a:spLocks/>
            </p:cNvSpPr>
            <p:nvPr/>
          </p:nvSpPr>
          <p:spPr>
            <a:xfrm>
              <a:off x="2168660" y="7282791"/>
              <a:ext cx="3240360" cy="2059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801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A7660F-D48B-B01D-5F27-9BF8D75FC800}"/>
              </a:ext>
            </a:extLst>
          </p:cNvPr>
          <p:cNvSpPr>
            <a:spLocks noChangeAspect="1"/>
          </p:cNvSpPr>
          <p:nvPr/>
        </p:nvSpPr>
        <p:spPr>
          <a:xfrm>
            <a:off x="1800025" y="10384072"/>
            <a:ext cx="2514879" cy="236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150">
                <a:solidFill>
                  <a:schemeClr val="tx1"/>
                </a:solidFill>
                <a:latin typeface="페이퍼로지 1 Thin" pitchFamily="2" charset="-127"/>
                <a:ea typeface="페이퍼로지 1 Thin" pitchFamily="2" charset="-127"/>
              </a:rPr>
              <a:t>20260225</a:t>
            </a:r>
            <a:endParaRPr lang="ko-KR" altLang="en-US" sz="1200" spc="-150">
              <a:solidFill>
                <a:schemeClr val="tx1"/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7153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1893</TotalTime>
  <Words>15</Words>
  <Application>Microsoft Office PowerPoint</Application>
  <PresentationFormat>사용자 지정</PresentationFormat>
  <Paragraphs>10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맑은 고딕</vt:lpstr>
      <vt:lpstr>페이퍼로지 1 Thin</vt:lpstr>
      <vt:lpstr>Arial</vt:lpstr>
      <vt:lpstr>Calibri</vt:lpstr>
      <vt:lpstr>Calibri Light</vt:lpstr>
      <vt:lpstr>Office 2013 - 2022 테마</vt:lpstr>
      <vt:lpstr>용중네컷</vt:lpstr>
      <vt:lpstr>용중네컷</vt:lpstr>
      <vt:lpstr>용중네컷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Jinsu Hwang</dc:creator>
  <cp:lastModifiedBy>Jinsu Hwang</cp:lastModifiedBy>
  <cp:revision>19</cp:revision>
  <dcterms:created xsi:type="dcterms:W3CDTF">2025-11-07T15:47:27Z</dcterms:created>
  <dcterms:modified xsi:type="dcterms:W3CDTF">2026-02-25T15:27:03Z</dcterms:modified>
</cp:coreProperties>
</file>