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9" r:id="rId2"/>
    <p:sldId id="260" r:id="rId3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4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6" autoAdjust="0"/>
    <p:restoredTop sz="94660"/>
  </p:normalViewPr>
  <p:slideViewPr>
    <p:cSldViewPr>
      <p:cViewPr>
        <p:scale>
          <a:sx n="125" d="100"/>
          <a:sy n="125" d="100"/>
        </p:scale>
        <p:origin x="3021" y="-2259"/>
      </p:cViewPr>
      <p:guideLst>
        <p:guide orient="horz" pos="384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2412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1853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5855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7676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1346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8301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76845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318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0020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1342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2A5F5-DD2A-4576-86B6-34DB5722830F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1266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02A5F5-DD2A-4576-86B6-34DB5722830F}" type="datetimeFigureOut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5FC0D2-7766-4552-9B04-4F77ACD57E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9492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1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1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1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1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1C1F50-01D6-DD8F-2CFE-D4A00C698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BC8566E-A94B-10AC-6B5C-EA93C1A26FB8}"/>
              </a:ext>
            </a:extLst>
          </p:cNvPr>
          <p:cNvSpPr>
            <a:spLocks/>
          </p:cNvSpPr>
          <p:nvPr/>
        </p:nvSpPr>
        <p:spPr>
          <a:xfrm>
            <a:off x="1988840" y="335360"/>
            <a:ext cx="3600000" cy="1065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998A2A6-0417-5CE9-13B9-05347553BE62}"/>
              </a:ext>
            </a:extLst>
          </p:cNvPr>
          <p:cNvSpPr>
            <a:spLocks/>
          </p:cNvSpPr>
          <p:nvPr/>
        </p:nvSpPr>
        <p:spPr>
          <a:xfrm>
            <a:off x="2175211" y="605800"/>
            <a:ext cx="3240000" cy="2059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A876D69-1F44-6C9C-0C84-0A58D8430460}"/>
              </a:ext>
            </a:extLst>
          </p:cNvPr>
          <p:cNvSpPr>
            <a:spLocks/>
          </p:cNvSpPr>
          <p:nvPr/>
        </p:nvSpPr>
        <p:spPr>
          <a:xfrm>
            <a:off x="2175211" y="2831465"/>
            <a:ext cx="3240000" cy="2059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sz="180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A0D6EB0-D510-8BE1-FF4F-047D493D2827}"/>
              </a:ext>
            </a:extLst>
          </p:cNvPr>
          <p:cNvSpPr>
            <a:spLocks/>
          </p:cNvSpPr>
          <p:nvPr/>
        </p:nvSpPr>
        <p:spPr>
          <a:xfrm>
            <a:off x="2175211" y="5057130"/>
            <a:ext cx="3240360" cy="2059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sz="1801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0605D6D-6B5B-13CA-8FA9-1CE6B432B8D1}"/>
              </a:ext>
            </a:extLst>
          </p:cNvPr>
          <p:cNvSpPr>
            <a:spLocks/>
          </p:cNvSpPr>
          <p:nvPr/>
        </p:nvSpPr>
        <p:spPr>
          <a:xfrm>
            <a:off x="2175211" y="7282791"/>
            <a:ext cx="3240360" cy="2059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sz="1801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DE2D373-BCB6-60C6-C0AB-C0A56ADE0221}"/>
              </a:ext>
            </a:extLst>
          </p:cNvPr>
          <p:cNvSpPr>
            <a:spLocks noChangeAspect="1"/>
          </p:cNvSpPr>
          <p:nvPr/>
        </p:nvSpPr>
        <p:spPr>
          <a:xfrm>
            <a:off x="2528900" y="9732404"/>
            <a:ext cx="2514879" cy="75760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spc="-150" dirty="0" err="1">
                <a:solidFill>
                  <a:schemeClr val="bg1"/>
                </a:solidFill>
                <a:latin typeface="ONE 모바일고딕 Title OTF" panose="00000500000000000000" pitchFamily="50" charset="-127"/>
                <a:ea typeface="ONE 모바일고딕 Title OTF" panose="00000500000000000000" pitchFamily="50" charset="-127"/>
              </a:rPr>
              <a:t>용중네컷</a:t>
            </a:r>
            <a:endParaRPr lang="ko-KR" altLang="en-US" sz="2800" spc="-150" dirty="0">
              <a:solidFill>
                <a:schemeClr val="bg1"/>
              </a:solidFill>
              <a:latin typeface="ONE 모바일고딕 Title OTF" panose="00000500000000000000" pitchFamily="50" charset="-127"/>
              <a:ea typeface="ONE 모바일고딕 Title OTF" panose="00000500000000000000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DF3B6C3-C7AC-98AB-6494-DAE2BBBE0060}"/>
              </a:ext>
            </a:extLst>
          </p:cNvPr>
          <p:cNvSpPr>
            <a:spLocks noChangeAspect="1"/>
          </p:cNvSpPr>
          <p:nvPr/>
        </p:nvSpPr>
        <p:spPr>
          <a:xfrm>
            <a:off x="2528900" y="10308468"/>
            <a:ext cx="2514879" cy="2363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spc="-150" dirty="0">
                <a:solidFill>
                  <a:schemeClr val="bg1"/>
                </a:solidFill>
                <a:latin typeface="Harlow Solid Italic" panose="04030604020F02020D02" pitchFamily="82" charset="0"/>
                <a:ea typeface="HY얕은샘물M" panose="02030600000101010101" pitchFamily="18" charset="-127"/>
              </a:rPr>
              <a:t>20260109</a:t>
            </a:r>
            <a:endParaRPr lang="ko-KR" altLang="en-US" sz="2800" spc="-150" dirty="0">
              <a:solidFill>
                <a:schemeClr val="bg1"/>
              </a:solidFill>
              <a:latin typeface="Harlow Solid Italic" panose="04030604020F02020D02" pitchFamily="82" charset="0"/>
              <a:ea typeface="HY얕은샘물M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4156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2F5892-16F0-6F96-4E18-6C6AFBDFC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F895048-051F-7FA7-C368-C1087AB8AF54}"/>
              </a:ext>
            </a:extLst>
          </p:cNvPr>
          <p:cNvSpPr>
            <a:spLocks/>
          </p:cNvSpPr>
          <p:nvPr/>
        </p:nvSpPr>
        <p:spPr>
          <a:xfrm>
            <a:off x="1988840" y="335360"/>
            <a:ext cx="3600000" cy="106566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4B3A4AB-3D9C-3264-E7D3-2A47686CFDE1}"/>
              </a:ext>
            </a:extLst>
          </p:cNvPr>
          <p:cNvSpPr>
            <a:spLocks/>
          </p:cNvSpPr>
          <p:nvPr/>
        </p:nvSpPr>
        <p:spPr>
          <a:xfrm>
            <a:off x="2175211" y="605800"/>
            <a:ext cx="3240000" cy="2059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801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0E52DAE-69EC-D172-5700-E3AFC72B555C}"/>
              </a:ext>
            </a:extLst>
          </p:cNvPr>
          <p:cNvSpPr>
            <a:spLocks/>
          </p:cNvSpPr>
          <p:nvPr/>
        </p:nvSpPr>
        <p:spPr>
          <a:xfrm>
            <a:off x="2175211" y="2831465"/>
            <a:ext cx="3240000" cy="2059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sz="1801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E979DDF-76C7-0831-96B7-468DE5544D79}"/>
              </a:ext>
            </a:extLst>
          </p:cNvPr>
          <p:cNvSpPr>
            <a:spLocks/>
          </p:cNvSpPr>
          <p:nvPr/>
        </p:nvSpPr>
        <p:spPr>
          <a:xfrm>
            <a:off x="2175211" y="5057130"/>
            <a:ext cx="3240360" cy="2059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sz="1801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66EB5E5-194E-36F1-0A4F-BE693D1826EA}"/>
              </a:ext>
            </a:extLst>
          </p:cNvPr>
          <p:cNvSpPr>
            <a:spLocks/>
          </p:cNvSpPr>
          <p:nvPr/>
        </p:nvSpPr>
        <p:spPr>
          <a:xfrm>
            <a:off x="2175211" y="7282791"/>
            <a:ext cx="3240360" cy="20592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 sz="1801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7AAE446-E984-6884-8A43-1B48030AA462}"/>
              </a:ext>
            </a:extLst>
          </p:cNvPr>
          <p:cNvSpPr>
            <a:spLocks noChangeAspect="1"/>
          </p:cNvSpPr>
          <p:nvPr/>
        </p:nvSpPr>
        <p:spPr>
          <a:xfrm>
            <a:off x="2528900" y="9732404"/>
            <a:ext cx="2514879" cy="7576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400" spc="-150" dirty="0" err="1">
                <a:solidFill>
                  <a:schemeClr val="tx1"/>
                </a:solidFill>
                <a:latin typeface="ONE 모바일고딕 Title OTF" panose="00000500000000000000" pitchFamily="50" charset="-127"/>
                <a:ea typeface="ONE 모바일고딕 Title OTF" panose="00000500000000000000" pitchFamily="50" charset="-127"/>
              </a:rPr>
              <a:t>용중네컷</a:t>
            </a:r>
            <a:endParaRPr lang="ko-KR" altLang="en-US" sz="2800" spc="-150" dirty="0">
              <a:solidFill>
                <a:schemeClr val="tx1"/>
              </a:solidFill>
              <a:latin typeface="ONE 모바일고딕 Title OTF" panose="00000500000000000000" pitchFamily="50" charset="-127"/>
              <a:ea typeface="ONE 모바일고딕 Title OTF" panose="00000500000000000000" pitchFamily="50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1224366-CBBA-4992-929A-D294A1D0BE61}"/>
              </a:ext>
            </a:extLst>
          </p:cNvPr>
          <p:cNvSpPr>
            <a:spLocks noChangeAspect="1"/>
          </p:cNvSpPr>
          <p:nvPr/>
        </p:nvSpPr>
        <p:spPr>
          <a:xfrm>
            <a:off x="2528900" y="10308468"/>
            <a:ext cx="2514879" cy="2363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spc="-150" dirty="0">
                <a:solidFill>
                  <a:schemeClr val="tx1"/>
                </a:solidFill>
                <a:latin typeface="Harlow Solid Italic" panose="04030604020F02020D02" pitchFamily="82" charset="0"/>
                <a:ea typeface="HY얕은샘물M" panose="02030600000101010101" pitchFamily="18" charset="-127"/>
              </a:rPr>
              <a:t>20260109</a:t>
            </a:r>
            <a:endParaRPr lang="ko-KR" altLang="en-US" sz="2800" spc="-150" dirty="0">
              <a:solidFill>
                <a:schemeClr val="tx1"/>
              </a:solidFill>
              <a:latin typeface="Harlow Solid Italic" panose="04030604020F02020D02" pitchFamily="82" charset="0"/>
              <a:ea typeface="HY얕은샘물M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05529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1502</TotalTime>
  <Words>4</Words>
  <Application>Microsoft Office PowerPoint</Application>
  <PresentationFormat>와이드스크린</PresentationFormat>
  <Paragraphs>4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ONE 모바일고딕 Title OTF</vt:lpstr>
      <vt:lpstr>Arial</vt:lpstr>
      <vt:lpstr>Calibri</vt:lpstr>
      <vt:lpstr>Calibri Light</vt:lpstr>
      <vt:lpstr>Harlow Solid Italic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Jinsu Hwang</dc:creator>
  <cp:lastModifiedBy>Jinsu Hwang</cp:lastModifiedBy>
  <cp:revision>10</cp:revision>
  <dcterms:created xsi:type="dcterms:W3CDTF">2025-11-07T15:47:27Z</dcterms:created>
  <dcterms:modified xsi:type="dcterms:W3CDTF">2025-11-14T13:14:14Z</dcterms:modified>
</cp:coreProperties>
</file>