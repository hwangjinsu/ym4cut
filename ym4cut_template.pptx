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4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6" autoAdjust="0"/>
    <p:restoredTop sz="94660"/>
  </p:normalViewPr>
  <p:slideViewPr>
    <p:cSldViewPr>
      <p:cViewPr>
        <p:scale>
          <a:sx n="100" d="100"/>
          <a:sy n="100" d="100"/>
        </p:scale>
        <p:origin x="1158" y="-108"/>
      </p:cViewPr>
      <p:guideLst>
        <p:guide orient="horz" pos="384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2412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1853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5855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676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346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8301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684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31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0020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1342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1266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02A5F5-DD2A-4576-86B6-34DB5722830F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9492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1F42851-A1C6-70AC-873C-6DB1E6043F1B}"/>
              </a:ext>
            </a:extLst>
          </p:cNvPr>
          <p:cNvSpPr/>
          <p:nvPr/>
        </p:nvSpPr>
        <p:spPr>
          <a:xfrm>
            <a:off x="3429000" y="624000"/>
            <a:ext cx="1800000" cy="54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7B2CD54-54CC-28E9-89C7-C88F72ABC9C7}"/>
              </a:ext>
            </a:extLst>
          </p:cNvPr>
          <p:cNvSpPr/>
          <p:nvPr/>
        </p:nvSpPr>
        <p:spPr>
          <a:xfrm>
            <a:off x="3522175" y="767408"/>
            <a:ext cx="1620000" cy="10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AF27F23-3761-79D2-E1C1-C364F45BE15D}"/>
              </a:ext>
            </a:extLst>
          </p:cNvPr>
          <p:cNvSpPr/>
          <p:nvPr/>
        </p:nvSpPr>
        <p:spPr>
          <a:xfrm>
            <a:off x="3522175" y="1950278"/>
            <a:ext cx="1620000" cy="10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sz="180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6F889EE-6D48-CF36-993C-4C3FD83D0C4F}"/>
              </a:ext>
            </a:extLst>
          </p:cNvPr>
          <p:cNvSpPr/>
          <p:nvPr/>
        </p:nvSpPr>
        <p:spPr>
          <a:xfrm>
            <a:off x="3522175" y="3133149"/>
            <a:ext cx="1620000" cy="10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sz="1801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9B84D59-88BC-2AA6-5FE1-05CB421FF7A0}"/>
              </a:ext>
            </a:extLst>
          </p:cNvPr>
          <p:cNvSpPr/>
          <p:nvPr/>
        </p:nvSpPr>
        <p:spPr>
          <a:xfrm>
            <a:off x="3522175" y="4316018"/>
            <a:ext cx="1620000" cy="10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sz="1801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029625-2115-3416-F88C-E2E2F06EE3F9}"/>
              </a:ext>
            </a:extLst>
          </p:cNvPr>
          <p:cNvSpPr/>
          <p:nvPr/>
        </p:nvSpPr>
        <p:spPr>
          <a:xfrm>
            <a:off x="3700352" y="5563875"/>
            <a:ext cx="1257300" cy="389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solidFill>
                  <a:schemeClr val="tx1"/>
                </a:solidFill>
                <a:latin typeface="ONE 모바일고딕 Title OTF" panose="00000500000000000000" pitchFamily="50" charset="-127"/>
                <a:ea typeface="ONE 모바일고딕 Title OTF" panose="00000500000000000000" pitchFamily="50" charset="-127"/>
              </a:rPr>
              <a:t>용중네컷</a:t>
            </a:r>
            <a:endParaRPr lang="ko-KR" altLang="en-US" sz="1600" dirty="0">
              <a:solidFill>
                <a:schemeClr val="tx1"/>
              </a:solidFill>
              <a:latin typeface="ONE 모바일고딕 Title OTF" panose="00000500000000000000" pitchFamily="50" charset="-127"/>
              <a:ea typeface="ONE 모바일고딕 Title OTF" panose="000005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9819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D6FA71-CE3C-F356-3229-14ABA2536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ED2C15FB-2DC8-3FD9-BFAE-77D3A3BC9C0D}"/>
              </a:ext>
            </a:extLst>
          </p:cNvPr>
          <p:cNvGrpSpPr/>
          <p:nvPr/>
        </p:nvGrpSpPr>
        <p:grpSpPr>
          <a:xfrm>
            <a:off x="1988840" y="624000"/>
            <a:ext cx="3600400" cy="10945216"/>
            <a:chOff x="3429000" y="624000"/>
            <a:chExt cx="1800000" cy="5472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C51CF1F2-DE6F-B2B6-40D3-272B59B57C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29000" y="624000"/>
              <a:ext cx="1800000" cy="547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227F941B-9D7D-6867-B08E-A9DC05DD79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522175" y="767408"/>
              <a:ext cx="1620000" cy="10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7749573-D213-2495-12D9-1807D504816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522175" y="1950278"/>
              <a:ext cx="1620000" cy="10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1801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28028F3D-3D20-3B3A-714E-E095834DCC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522175" y="3133149"/>
              <a:ext cx="1620000" cy="10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1801" dirty="0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5CCF390-395E-DD3C-390B-A5ED015359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522175" y="4316018"/>
              <a:ext cx="1620000" cy="10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1801" dirty="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5DE79028-E83D-8F24-1955-66832FDC0D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00352" y="5563875"/>
              <a:ext cx="1257300" cy="3890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err="1">
                  <a:solidFill>
                    <a:schemeClr val="tx1"/>
                  </a:solidFill>
                  <a:latin typeface="ONE 모바일고딕 Title OTF" panose="00000500000000000000" pitchFamily="50" charset="-127"/>
                  <a:ea typeface="ONE 모바일고딕 Title OTF" panose="00000500000000000000" pitchFamily="50" charset="-127"/>
                </a:rPr>
                <a:t>용중네컷</a:t>
              </a:r>
              <a:endParaRPr lang="ko-KR" altLang="en-US" sz="2800" dirty="0">
                <a:solidFill>
                  <a:schemeClr val="tx1"/>
                </a:solidFill>
                <a:latin typeface="ONE 모바일고딕 Title OTF" panose="00000500000000000000" pitchFamily="50" charset="-127"/>
                <a:ea typeface="ONE 모바일고딕 Title OTF" panose="00000500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44349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</TotalTime>
  <Words>2</Words>
  <Application>Microsoft Office PowerPoint</Application>
  <PresentationFormat>와이드스크린</PresentationFormat>
  <Paragraphs>2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ONE 모바일고딕 Title OTF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Jinsu Hwang</dc:creator>
  <cp:lastModifiedBy>Jinsu Hwang</cp:lastModifiedBy>
  <cp:revision>2</cp:revision>
  <dcterms:created xsi:type="dcterms:W3CDTF">2025-11-07T15:47:27Z</dcterms:created>
  <dcterms:modified xsi:type="dcterms:W3CDTF">2025-11-08T04:27:06Z</dcterms:modified>
</cp:coreProperties>
</file>